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3 of the BTP reproduction. Subject paper is Balanced Token Pruning, NeurIPS 2025. Everything here is measured; the report has the full record.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1 reproduced the paper. Phase 2 added text-heavy benchmarks the paper does not report, and found the collapse. AI2D is the control throughout.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experiment changed something upstream and measured an answer produced downstream. All four were measuring the same floor. The 100 per cent retention control is what redirected the investigation.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Code inspection is not evidence of cause. The intervention is: one condition disabled, everything else identical. AI2D unchanged shows this is not a lever that lifts every score.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shape in both models. With two models this is a pattern worth testing further, not a general property. The depths differ, so the value cannot be read off the layer 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Important nuance for questions: BTP is not uncalibrated. It calibrates where to prune. What is not calibrated is where complete removal stops being harmful.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to spend time on. The evaluation finding does not depend on the implementation finding being true. Even a correct pruning implementation is invisible to this suite.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Keeping these apart is what stops the overclaim. If asked which matters more, the answer is: it depends on the benchmark.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They stand or fall separately and should not be quoted as one result.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Reporting the withdrawn claims is deliberate. Four review rounds caught things the experiments did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recommendation, not the bug. The tool is written and validated on one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0"/>
            <a:ext cx="108813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task-specific visual token access threshold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47472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visual token pruning removes, and when it is safe to remove it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9377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 S. Kedar   |   Supervised by Prof. Divya Saxena   |   Mentored by Aditya Sharma, PhD Scholar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30352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IIT Jodhpur   |   Phase 3   |   September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OBSERVATION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Qwen stopped reading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00200"/>
            <a:ext cx="512064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BTP reproduces cleanly on LLaVA-1.5-7B, LLaVA-1.5-13B and Qwen2.5-VL-7B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on tasks that need the model to read text inside an image, Qwen collapses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AI2D has text and rarely needs it read word by word. It barely moves, so it is our control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paper reports no reading task, so nothing in its results would show this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828800"/>
          <a:ext cx="53035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463040"/>
                <a:gridCol w="14630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Benchmark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BTP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TextVQA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A331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DocVQA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A331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ChartQA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A331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AI2D (control)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217920" y="406908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Qwen2.5-VL-7B, limit 500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WAS NOT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explanations, all eliminated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108813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023360"/>
                <a:gridCol w="42062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Hypothesis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Selector picks badly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Diversity, attention, random at one budget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 to 19.4, inside the error bars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 patches look alike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 similarity at layer 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 0.379, background 0.438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 much is removed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Retention swept 100 to 12.5 per cent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 per cent already gives the full drop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Wrong tokens kept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Ground-truth OCR oracle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0.197 oracle, 0.197 control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16052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FCE9E7"/>
          </a:solidFill>
          <a:ln w="12700">
            <a:solidFill>
              <a:srgbClr val="A3312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14400" y="4343400"/>
            <a:ext cx="10332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unrelated interventions, one number. The control that broke it open: at 100 per cent retention, where nothing is pruned at all, the score is still 0.178. The loss was happening after the pruning stages.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CAUSE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branch, no image index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6675120" cy="2286000"/>
          </a:xfrm>
          <a:prstGeom prst="roundRect">
            <a:avLst>
              <a:gd name="adj" fmla="val 2400"/>
            </a:avLst>
          </a:prstGeom>
          <a:solidFill>
            <a:srgbClr val="FCE9E7"/>
          </a:solidFill>
          <a:ln w="12700">
            <a:solidFill>
              <a:srgbClr val="A331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737360"/>
            <a:ext cx="63093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elif layer_index == self.end_layer:   # 23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remain_sys_index  = ...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remain_text_index = ...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3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no remain_img_index below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all_remained_index = torch.cat(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(remain_sys_index, remain_text_index))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589520" y="1600200"/>
            <a:ext cx="39319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image token surviving three pruning stages is removed here, unconditionally</a:t>
            </a:r>
            <a:endParaRPr lang="en-US" sz="14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7.3 specifies this for LLaVA only. For Qwen it asks for 12.5 per cent retention</a:t>
            </a:r>
            <a:endParaRPr lang="en-US" sz="14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at commit 9682db0, file modeling_qwen2_5_vl.py, branch at line 1385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114800"/>
          <a:ext cx="667512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920240"/>
                <a:gridCol w="19202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TextVQA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AI2D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pruning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0.8565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BTP as released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A331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Deletion disabled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D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0.7860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7589520" y="4206240"/>
            <a:ext cx="3931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condition changed, the 12.5 per cent pruning left intact. Job 416735, 200 samples.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THRESHOLD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layer 23 special, or just early?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63040"/>
            <a:ext cx="7680960" cy="31455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595360" y="1554480"/>
            <a:ext cx="301752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moved the deletion across the decoder, graded pruning off</a:t>
            </a:r>
            <a:endParaRPr lang="en-US" sz="13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models sit on a floor, then climb sharply</a:t>
            </a:r>
            <a:endParaRPr lang="en-US" sz="13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Threshold: the half-of-baseline crossing, interpolated</a:t>
            </a:r>
            <a:endParaRPr lang="en-US" sz="13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on TextVQA, so it is task-specific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4800600"/>
          <a:ext cx="7680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463040"/>
                <a:gridCol w="173736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Threshold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InternVL2-2B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D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74.8 %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Qwen2.5-VL-7B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80.3 %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COSTS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released constant lands one layer short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1600200"/>
            <a:ext cx="5120640" cy="3337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858000" y="1737360"/>
            <a:ext cx="2194560" cy="1508760"/>
          </a:xfrm>
          <a:prstGeom prst="roundRect">
            <a:avLst>
              <a:gd name="adj" fmla="val 4848"/>
            </a:avLst>
          </a:prstGeom>
          <a:solidFill>
            <a:srgbClr val="F4F6FA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0" y="1901952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A3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6995160" y="265176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 BTP allows Qwen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9235440" y="1737360"/>
            <a:ext cx="2194560" cy="1508760"/>
          </a:xfrm>
          <a:prstGeom prst="roundRect">
            <a:avLst>
              <a:gd name="adj" fmla="val 4848"/>
            </a:avLst>
          </a:prstGeom>
          <a:solidFill>
            <a:srgbClr val="F4F6FA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235440" y="1901952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22.5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9372600" y="265176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threshold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858000" y="3429000"/>
            <a:ext cx="4572000" cy="1508760"/>
          </a:xfrm>
          <a:prstGeom prst="roundRect">
            <a:avLst>
              <a:gd name="adj" fmla="val 4848"/>
            </a:avLst>
          </a:prstGeom>
          <a:solidFill>
            <a:srgbClr val="F4F6FA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0" y="3593592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D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47.7 points</a:t>
            </a:r>
            <a:endParaRPr lang="en-US" sz="3400" dirty="0"/>
          </a:p>
        </p:txBody>
      </p:sp>
      <p:sp>
        <p:nvSpPr>
          <p:cNvPr id="13" name="Text 10"/>
          <p:cNvSpPr txBox="1"/>
          <p:nvPr/>
        </p:nvSpPr>
        <p:spPr>
          <a:xfrm>
            <a:off x="6995160" y="4343400"/>
            <a:ext cx="4297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TextVQA retention, one layer either side of the threshold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5074920"/>
            <a:ext cx="10241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BTP does calibrate. Section 4.3 selects the three pruning layers from 64 samples. The depth at which complete deletion becomes safe is a different quantity, and does not appear to be calibrated.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4864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FINDING THAT MATTERS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91440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None of this is visible on the paper's benchmarks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920240"/>
          <a:ext cx="67665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011680"/>
                <a:gridCol w="20116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Paper's suite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Reading tasks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BTP as released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A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96.1 %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A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9B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28.4 %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A7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BTP as specified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A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96.9 %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A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9FE8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77.9 %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A7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InternVL, no discrepancy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A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94.9 %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A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C4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56.5 %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A7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85800" y="3977640"/>
            <a:ext cx="6766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Percentage of each model's own unpruned baseline. InternVL row is graded pruning only, with no deletion at all.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7772400" y="1920240"/>
            <a:ext cx="37490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code, two verdicts.
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paper claims 96 to 98 per cent. The released code, discrepancy included, scores 96.1 on its own suite.
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on InternVL2-2B, where we found no such discrepancy, correct pruning still loses half the reading ability while the same suite reports 95 per cent.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470916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blind spot is in the evaluation, not only in one implementation.</a:t>
            </a:r>
            <a:endParaRPr lang="en-US" sz="2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SEPARATING THE EFFECTS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costs, and they are not the same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69494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737360"/>
                <a:gridCol w="1737360"/>
                <a:gridCol w="128016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Benchmark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of pruning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of deletion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Dominant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TextVQA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DocVQA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ChartQA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A331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A331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pruning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AI2D (control)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pruning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GQA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 small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 small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MMBench-EN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 small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863840" y="1554480"/>
            <a:ext cx="3657600" cy="2926080"/>
          </a:xfrm>
          <a:prstGeom prst="roundRect">
            <a:avLst>
              <a:gd name="adj" fmla="val 2500"/>
            </a:avLst>
          </a:prstGeom>
          <a:solidFill>
            <a:srgbClr val="FCE9E7"/>
          </a:solidFill>
          <a:ln w="12700">
            <a:solidFill>
              <a:srgbClr val="A3312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092440" y="1783080"/>
            <a:ext cx="320040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ChartQA reverses
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Pruning costs twice what the deletion does there, so the discrepancy is not the dominant problem on every reading task.
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earlier version of our analysis treated deletion as the main cause throughout. These figures do not support that.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48006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minus corrected is the pruning cost. Corrected minus released is the deletion cost. Qwen2.5-VL-7B.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findings, at three levels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1234440"/>
          </a:xfrm>
          <a:prstGeom prst="roundRect">
            <a:avLst>
              <a:gd name="adj" fmla="val 4444"/>
            </a:avLst>
          </a:prstGeom>
          <a:solidFill>
            <a:srgbClr val="F4F6FA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664208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3017520" y="1664208"/>
            <a:ext cx="5120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released code deletes all remaining image tokens just below the threshold we measured for Qwen, while the paper's appendix asks for retention.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321040" y="1664208"/>
            <a:ext cx="3017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9682db0. Says nothing about author intent, or about Qwen as a model.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926080"/>
            <a:ext cx="10881360" cy="1234440"/>
          </a:xfrm>
          <a:prstGeom prst="roundRect">
            <a:avLst>
              <a:gd name="adj" fmla="val 4444"/>
            </a:avLst>
          </a:prstGeom>
          <a:solidFill>
            <a:srgbClr val="F4F6FA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68680" y="3035808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017520" y="3035808"/>
            <a:ext cx="5120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token access has a measurable, abrupt depth threshold. 80.3 per cent in Qwen, 74.8 in InternVL.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3035808"/>
            <a:ext cx="3017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models, measured on TextVQA. Task-specific.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4297680"/>
            <a:ext cx="10881360" cy="1234440"/>
          </a:xfrm>
          <a:prstGeom prst="roundRect">
            <a:avLst>
              <a:gd name="adj" fmla="val 4444"/>
            </a:avLst>
          </a:prstGeom>
          <a:solidFill>
            <a:srgbClr val="F4F6FA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4407408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017520" y="4407408"/>
            <a:ext cx="5120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benchmark suite did not reveal the degradation in reading, with the discrepancy present or absent.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4407408"/>
            <a:ext cx="3017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finding that does not depend on the other two.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would not claim, and what is next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630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3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87452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architectures. The matching shape is a pattern, not a law</a:t>
            </a:r>
            <a:endParaRPr lang="en-US" sz="13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Thresholds measured on TextVQA only. ChartQA may differ</a:t>
            </a:r>
            <a:endParaRPr lang="en-US" sz="13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InternVL pruning is ours, diversity selector only, layers transplanted not calibrated</a:t>
            </a:r>
            <a:endParaRPr lang="en-US" sz="13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OCR oracle ran at one budget</a:t>
            </a:r>
            <a:endParaRPr lang="en-US" sz="13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sample subsets, matched across arms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309360" y="146304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A5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Claims withdrawn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309360" y="187452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has no redundancy. Our own measurement says the opposite, 0.379 against 0.438</a:t>
            </a:r>
            <a:endParaRPr lang="en-US" sz="13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coverage predicts correctness. Vanished at a larger sample</a:t>
            </a:r>
            <a:endParaRPr lang="en-US" sz="13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effect is Qwen-specific. The sweep showed both models have a threshold</a:t>
            </a:r>
            <a:endParaRPr lang="en-US" sz="13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Qwen's threshold is at 83.9 per cent. A counting error; it is 80.3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85800" y="4800600"/>
            <a:ext cx="10835640" cy="1005840"/>
          </a:xfrm>
          <a:prstGeom prst="roundRect">
            <a:avLst>
              <a:gd name="adj" fmla="val 5455"/>
            </a:avLst>
          </a:prstGeom>
          <a:solidFill>
            <a:srgbClr val="E9F2EC"/>
          </a:solidFill>
          <a:ln w="12700">
            <a:solidFill>
              <a:srgbClr val="1D6B6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60120" y="5029200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thresholds on DocVQA and ChartQA, ChartQA first. Then a third architecture, then the manuscript.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201168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 the depth. Test the reading.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3108960"/>
            <a:ext cx="78638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pruning method has to choose a depth at which visual tokens stop being needed. That depth is measurable, it differs by architecture, and the sweep is cheap: about seven evaluations, no training, no calibration set.
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include one reading benchmark. Not because reading matters more than reasoning, but because it degrades first when visual evidence is removed.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539496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Report, results log and code: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github.com/milab-iitj-dev/btp-reproduction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Task-Specific Visual Token Access Threshold in Vision-Language Models</dc:title>
  <dc:subject>PptxGenJS Presentation</dc:subject>
  <dc:creator>P. S. Kedar</dc:creator>
  <cp:lastModifiedBy>P. S. Kedar</cp:lastModifiedBy>
  <cp:revision>1</cp:revision>
  <dcterms:created xsi:type="dcterms:W3CDTF">2026-09-23T13:12:18Z</dcterms:created>
  <dcterms:modified xsi:type="dcterms:W3CDTF">2026-09-23T13:12:18Z</dcterms:modified>
</cp:coreProperties>
</file>