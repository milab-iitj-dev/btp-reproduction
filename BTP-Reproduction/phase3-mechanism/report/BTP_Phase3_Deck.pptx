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POPE</c:v>
                  </c:pt>
                  <c:pt idx="1">
                    <c:v>MMBench</c:v>
                  </c:pt>
                  <c:pt idx="2">
                    <c:v>GQA</c:v>
                  </c:pt>
                  <c:pt idx="3">
                    <c:v>TextVQA</c:v>
                  </c:pt>
                  <c:pt idx="4">
                    <c:v>DocVQA</c:v>
                  </c:pt>
                  <c:pt idx="5">
                    <c:v>ChartQA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87.6</c:v>
                </c:pt>
                <c:pt idx="1">
                  <c:v>83.7</c:v>
                </c:pt>
                <c:pt idx="2">
                  <c:v>60.9</c:v>
                </c:pt>
                <c:pt idx="3">
                  <c:v>86.2</c:v>
                </c:pt>
                <c:pt idx="4">
                  <c:v>94.7</c:v>
                </c:pt>
                <c:pt idx="5">
                  <c:v>76.8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BTP</c:v>
                </c:pt>
              </c:strCache>
            </c:strRef>
          </c:tx>
          <c:spPr>
            <a:solidFill>
              <a:srgbClr val="A331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POPE</c:v>
                  </c:pt>
                  <c:pt idx="1">
                    <c:v>MMBench</c:v>
                  </c:pt>
                  <c:pt idx="2">
                    <c:v>GQA</c:v>
                  </c:pt>
                  <c:pt idx="3">
                    <c:v>TextVQA</c:v>
                  </c:pt>
                  <c:pt idx="4">
                    <c:v>DocVQA</c:v>
                  </c:pt>
                  <c:pt idx="5">
                    <c:v>ChartQA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86.2</c:v>
                </c:pt>
                <c:pt idx="1">
                  <c:v>79.3</c:v>
                </c:pt>
                <c:pt idx="2">
                  <c:v>55.9</c:v>
                </c:pt>
                <c:pt idx="3">
                  <c:v>23.3</c:v>
                </c:pt>
                <c:pt idx="4">
                  <c:v>19.2</c:v>
                </c:pt>
                <c:pt idx="5">
                  <c:v>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TextVQA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No pruning</c:v>
                  </c:pt>
                  <c:pt idx="1">
                    <c:v>BTP as released</c:v>
                  </c:pt>
                  <c:pt idx="2">
                    <c:v>Deletion switched off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85.65</c:v>
                </c:pt>
                <c:pt idx="1">
                  <c:v>17.25</c:v>
                </c:pt>
                <c:pt idx="2">
                  <c:v>78.6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Subject paper: Balanced Token Pruning, NeurIPS 2025. Phase 1 reproduced it; this phase explains a failure we found.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Filled squares are visual tokens the model can still see. Pruning thins them out; deletion removes whatever is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Qwen2.5-VL-7B. Reading tasks are the ones where the answer is text written inside the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idea is testable. We designed one experiment per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changed how tokens are chosen or how many are kept. None of them helped, which suggested the loss was happening somewhere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meant as a sanity check. It turned out to be the key result, because it ruled out pruning as the main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 version: some tokens are removed by pruning, then all the rest are removed. The model finishes answering without any view of the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one thing changed between the middle and right bars. Pruning is still there in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panel: by number of layers. Right panel: the same, as a share of the model. Qwen and InternVL are very different models, yet the curve has the same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as: Qwen needs to see the image through roughly 80% of its layers. BTP's setting stops half a layer short, which is why it lands on the wrong side of the cliff.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Pruning cost: what we lose by removing some tokens. Deletion cost: the extra we lose by then removing all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lost on each benchmark, Qwen2.5-VL. Charts need fine visual detail, so removing tokens hurts even before deletion.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finding that does not depend on the Qwen code at all. The InternVL row has no deletion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them apart when discussing. The evaluation finding is the one most useful beyond this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ChartQA first because it is the task where pruning, not deletion, is the bigger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does a vision-language model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needing the image?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why Balanced Token Pruning breaks text reading on Qwen2.5-VL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S. Kedar   |   Supervised by Prof. Divya Saxena   |   Mentored by Aditya Sharma, PhD Scholar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Jodhpur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terms we use throughout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64208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39112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14016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8920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63824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38728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017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model, no pruning. Every visual token is kept.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reference: every other result is compared against 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8912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Pruning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663440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8344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13248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8152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163056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912864" y="2423160"/>
            <a:ext cx="301752" cy="3017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87768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4663440" y="3017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some visual tokens, keep the rest.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663440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tokens to process, so the model runs faster.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13816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3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Deletion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8412480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8787384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9162288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537192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9912096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0287000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661904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1036808" y="2423160"/>
            <a:ext cx="301752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8412480" y="3017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all remaining visual tokens at one layer.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412480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that layer onward, the model cannot see the image at all.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Pruning and deletion are not the same thing. That difference is the whole story of this phase.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WE OBSERVED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 stays fine on general tasks, but stops reading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0876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737360"/>
            <a:ext cx="3108960" cy="4023360"/>
          </a:xfrm>
          <a:prstGeom prst="roundRect">
            <a:avLst>
              <a:gd name="adj" fmla="val 2353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4108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 tasks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2286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only a few points.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3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tasks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34290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Collapse. TextVQA falls from 86.2% to 23.3%.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44348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reports only general tasks, so it would not show this.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COULD BE CAUSING IT?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possible explanations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20240"/>
            <a:ext cx="640080" cy="6400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74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tokens chosen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377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keeps the wrong visual tokens and throws away the text.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920240"/>
            <a:ext cx="640080" cy="6400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1874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looks redundant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377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patches look alike, so BTP treats them as duplicates.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69080"/>
            <a:ext cx="640080" cy="6400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023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removed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5262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Simply too many tokens are thrown away for reading to work.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72200" y="37490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4023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not protected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45262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made sure every text token survived, reading would come back.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THOSE EXPERIMENTS TOLD 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were ruled out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017520"/>
                <a:gridCol w="2651760"/>
              </a:tblGrid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Explanation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tested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got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tells 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tokens chosen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BTP's token choice with other rules, including random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scored 17 to 19% on TextVQA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tokens are kept does not matter 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looks redundant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Compared how similar text patches are to background patches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patches were less alike, not more (0.38 vs 0.44)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starting idea was wrong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much removed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Gradually reduced the tokens kept, from 100% down to 12.5%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90% kept, TextVQA had already dropped to the same low level as at 12.5%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collapse is not just about removing too many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not protected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Forced every text token to survive, using the true text locations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improvement: 19.7% with, 19.7% without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 a perfect choice of tokens does not fix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unrelated changes, and the score barely moved. That pointed somewhere else.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THE EXPERIMENT THAT REDIRECTED 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where is the loss happening?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TESTED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kept every visual token through all of BTP's pruning stages, so nothing was pruned at all. If pruning were the cause, performance should come back to the baseline.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GOT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6858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2860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TextVQA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BTP, but keeping 100% of tokens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5120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pruned, and it still collapsed.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606040"/>
            <a:ext cx="3703320" cy="3611880"/>
          </a:xfrm>
          <a:prstGeom prst="roundRect">
            <a:avLst>
              <a:gd name="adj" fmla="val 2025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0" y="2788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TELLS US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315468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damage is not coming from the pruning stages.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after them is removing the image. That is where we looked next.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WHAT WE FOUND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code removes every remaining visual token at one layer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9344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56816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04288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99232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6704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514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enters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visual tokens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886200" y="2514600"/>
            <a:ext cx="548640" cy="365760"/>
          </a:xfrm>
          <a:prstGeom prst="rightArrow">
            <a:avLst/>
          </a:prstGeom>
          <a:solidFill>
            <a:srgbClr val="9AA5BF"/>
          </a:solidFill>
          <a:ln w="12700">
            <a:solidFill>
              <a:srgbClr val="9AA5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80560" y="164592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011680"/>
            <a:ext cx="27432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02352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449824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797296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144768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492240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839712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87184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4754880" y="2514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BTP's pruning stages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75488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12.5% remain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726680" y="2514600"/>
            <a:ext cx="548640" cy="365760"/>
          </a:xfrm>
          <a:prstGeom prst="rightArrow">
            <a:avLst/>
          </a:prstGeom>
          <a:solidFill>
            <a:srgbClr val="9AA5BF"/>
          </a:solidFill>
          <a:ln w="12700">
            <a:solidFill>
              <a:srgbClr val="9AA5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1040" y="164592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95360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942832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290304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9637776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985248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0332720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0680192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1027664" y="201168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FCC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8595360" y="25146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3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one fixed later layer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removed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" y="4114800"/>
            <a:ext cx="10881360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Pruning keeps 12.5% of the visual tokens. Then, at a later layer, the released code deletes all of them.</a:t>
            </a:r>
            <a:endParaRPr lang="en-US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Qwen, the paper describes keeping 12.5% at this last stage. The released implementation removes everything instead. This is a difference between the description and the code we tested; it says nothing about why it is there.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THE INTERVENTION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that deletion actually cause the collapse?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TESTED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kept BTP's 12.5% pruning exactly as it is, and switched off only the final step that deletes the remaining tokens.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GOT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2926080"/>
          <a:ext cx="6858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818120" y="2606040"/>
            <a:ext cx="3703320" cy="3611880"/>
          </a:xfrm>
          <a:prstGeom prst="roundRect">
            <a:avLst>
              <a:gd name="adj" fmla="val 2025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788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TELLS US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15468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off that one step brings TextVQA from 17% back to 79%.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collapse on Qwen is mainly caused by removing all remaining tokens, not by the earlier pruning.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MOVING THE DELETION POINT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that layer special, or just too early?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TESTED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the point of complete deletion through the model, from early layers to late ones, and measured TextVQA each time. On two models.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GOT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88920"/>
            <a:ext cx="6949440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18120" y="2514600"/>
            <a:ext cx="3703320" cy="3611880"/>
          </a:xfrm>
          <a:prstGeom prst="roundRect">
            <a:avLst>
              <a:gd name="adj" fmla="val 2025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6974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TELLS US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063240"/>
            <a:ext cx="3291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too early and reading collapses. Delete late enough and it barely hurts.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is sudden, not gradual. There is a threshold.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show the same pattern, at different depths.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WHAT THESE NUMBERS MEAN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 and depth, in plain terms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layers the model needs to see the image for, to keep at least half of its original TextVQA score.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1945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threshold as a share of the model. How far through the model the image needs to stay visible.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349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023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434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22.5 of 28 layers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22.5 / 28 × 100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4160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80.3%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172200" y="3886200"/>
            <a:ext cx="5349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1D6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23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InternVL2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434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 of 24 layers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(17.95 before rounding)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372600" y="4160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D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74.8%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TextVQA, so these are TextVQA-specific. BTP's Qwen setting keeps the image for 22 layers, just short of 22.5.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WHAT ACTUALLY CAUSES THE LOSS?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separate costs, worked through on TextVQA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BTP = BTP with only the final deletion switched off. It still prunes to 12.5%.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603114"/>
            <a:ext cx="1371600" cy="283756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3735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86.2%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26080" y="2790749"/>
            <a:ext cx="1371600" cy="2649931"/>
          </a:xfrm>
          <a:prstGeom prst="rect">
            <a:avLst/>
          </a:prstGeom>
          <a:solidFill>
            <a:srgbClr val="1D6B6B"/>
          </a:solidFill>
          <a:ln w="12700">
            <a:solidFill>
              <a:srgbClr val="1D6B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2424989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80.5%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BTP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0" y="4673681"/>
            <a:ext cx="1371600" cy="766999"/>
          </a:xfrm>
          <a:prstGeom prst="rect">
            <a:avLst/>
          </a:prstGeom>
          <a:solidFill>
            <a:srgbClr val="A3312F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4307921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23.3%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as released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2011680"/>
            <a:ext cx="4389120" cy="1600200"/>
          </a:xfrm>
          <a:prstGeom prst="roundRect">
            <a:avLst>
              <a:gd name="adj" fmla="val 4571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Pruning cost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25603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− corrected BTP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86.2 − 80.5 = 5.7 points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32320" y="3794760"/>
            <a:ext cx="4389120" cy="1600200"/>
          </a:xfrm>
          <a:prstGeom prst="roundRect">
            <a:avLst>
              <a:gd name="adj" fmla="val 4571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6092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Deletion cost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3434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BTP − released BTP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80.5 − 23.3 = 57.2 points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TextVQA, almost all of the loss comes from deletion.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DOES THIS HOLD ACROSS TASKS?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cost dominates depends on the task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6858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Pruning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Deletion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TextVQA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DocVQA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ChartQA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3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AI2D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small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small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MMBench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small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554480"/>
            <a:ext cx="3703320" cy="3840480"/>
          </a:xfrm>
          <a:prstGeom prst="roundRect">
            <a:avLst>
              <a:gd name="adj" fmla="val 1975"/>
            </a:avLst>
          </a:prstGeom>
          <a:solidFill>
            <a:srgbClr val="FCE9E7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737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TELLS US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10312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= whichever caused the bigger share of the drop.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TextVQA and DocVQA, deletion does most of the damage.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ChartQA, pruning itself costs twice as much as deletion.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finding is not simply "deletion is bad". The main source of loss depends on the task.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WHY THE PAPER DID NOT SHOW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benchmarks cannot see the reading loss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69494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baseline kept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Paper's benchmarks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tasks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Qwen, BTP as released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9B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Qwen, deletion switched off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9FE8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InternVL, pruning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C4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A7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909560" y="164592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paper's benchmarks, every row looks healthy.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reading, the same configurations lose between a quarter and three quarters of their ability.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InternVL has no deletion step at all, and the gap is still there.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480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benchmark set with no reading task cannot tell a model that reads from one that does not.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FINAL TAKEAWAY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separate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20240"/>
            <a:ext cx="640080" cy="6400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1783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178308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Qwen configuration we tested, removing all remaining visual tokens causes most of the reading collapse.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83280"/>
            <a:ext cx="640080" cy="640080"/>
          </a:xfrm>
          <a:prstGeom prst="ellipse">
            <a:avLst/>
          </a:prstGeom>
          <a:solidFill>
            <a:srgbClr val="1D6B6B"/>
          </a:solidFill>
          <a:ln w="12700">
            <a:solidFill>
              <a:srgbClr val="1D6B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32461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needs to see the image up to a measurable depth: about 80% of Qwen, 75% of InternVL, on TextVQA.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846320"/>
            <a:ext cx="640080" cy="640080"/>
          </a:xfrm>
          <a:prstGeom prst="ellipse">
            <a:avLst/>
          </a:prstGeom>
          <a:solidFill>
            <a:srgbClr val="A3312F"/>
          </a:solidFill>
          <a:ln w="12700">
            <a:solidFill>
              <a:srgbClr val="A331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709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3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47091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benchmarks can hide large losses on reading tasks, with or without the deletion step.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stand separately. The third holds even if the first did not.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Limits, and what comes next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2606040"/>
          </a:xfrm>
          <a:prstGeom prst="roundRect">
            <a:avLst>
              <a:gd name="adj" fmla="val 2807"/>
            </a:avLst>
          </a:prstGeom>
          <a:solidFill>
            <a:srgbClr val="F4F6FA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not claim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only. The shared pattern is worth testing further, not a rule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come from TextVQA. Other tasks may differ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InternVL pruning is our own, simplified 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use 500-question subsets per task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349240" cy="2606040"/>
          </a:xfrm>
          <a:prstGeom prst="roundRect">
            <a:avLst>
              <a:gd name="adj" fmla="val 2807"/>
            </a:avLst>
          </a:prstGeom>
          <a:solidFill>
            <a:srgbClr val="E9F2EC"/>
          </a:solidFill>
          <a:ln w="12700">
            <a:solidFill>
              <a:srgbClr val="1D6B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402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threshold on ChartQA and DocVQA, ChartQA first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on a third model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manuscript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Task-Specific Visual Token Access Threshold in Vision-Language Models</dc:title>
  <dc:subject>PptxGenJS Presentation</dc:subject>
  <dc:creator>P. S. Kedar</dc:creator>
  <cp:lastModifiedBy>P. S. Kedar</cp:lastModifiedBy>
  <cp:revision>1</cp:revision>
  <dcterms:created xsi:type="dcterms:W3CDTF">2026-09-23T13:30:08Z</dcterms:created>
  <dcterms:modified xsi:type="dcterms:W3CDTF">2026-09-23T13:30:08Z</dcterms:modified>
</cp:coreProperties>
</file>