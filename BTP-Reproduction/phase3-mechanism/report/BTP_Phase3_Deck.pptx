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Token Pruning and Text-Reading Performance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Vision-Language Models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Investigation using Qwen2.5-VL-7B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4572000" cy="0"/>
          </a:xfrm>
          <a:prstGeom prst="line">
            <a:avLst/>
          </a:prstGeom>
          <a:noFill/>
          <a:ln w="12700">
            <a:solidFill>
              <a:srgbClr val="C9C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S. Kedar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Prof. Divya Saxena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Aditya Sharma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Jodhpur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converted into many visual tokens before the language model processes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261872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model without BTP. All visual tokens are kept.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how well the model performs when we do not interfere with its visual information.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709928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1104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37176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1224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13248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05272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2093976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1709928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99048" y="1709928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2008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4032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06056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1828800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44768" y="2093976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 tokens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99248" y="1709928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991856" y="1709928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37576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92056" y="1709928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884664" y="1709928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30384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2852928"/>
            <a:ext cx="11064240" cy="1261872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2962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(BTP)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3310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removes some visual tokens so the model processes less visual information.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3721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visual tokens remain, so the model can still use the image.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06240" y="3099816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61104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53128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45152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37176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21224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3248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05272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51960" y="3483864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806440" y="3099816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099048" y="3099816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53912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45936" y="3218688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537960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29984" y="3218688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922008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14032" y="3218688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306056" y="3218688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98080" y="3218688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6144768" y="3483864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pruning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699248" y="3099816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991856" y="3099816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37576" y="3099816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9592056" y="3099816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884664" y="3099816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930384" y="3099816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48640" y="4242816"/>
            <a:ext cx="11064240" cy="1261872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1520" y="4352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3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deletion</a:t>
            </a:r>
            <a:endParaRPr lang="en-US" sz="1700" dirty="0"/>
          </a:p>
        </p:txBody>
      </p:sp>
      <p:sp>
        <p:nvSpPr>
          <p:cNvPr id="68" name="Text 66"/>
          <p:cNvSpPr txBox="1"/>
          <p:nvPr/>
        </p:nvSpPr>
        <p:spPr>
          <a:xfrm>
            <a:off x="731520" y="47000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every visual token still remaining at a particular layer.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731520" y="5111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 layer, the model cannot receive any further visual information from the image.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206240" y="4489704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61104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53128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45152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37176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0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21224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13248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05272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251960" y="4873752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5806440" y="4489704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6099048" y="4489704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53912" y="4608576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45936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6537960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6729984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6922008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7114032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7306056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7498080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0" name="Text 88"/>
          <p:cNvSpPr txBox="1"/>
          <p:nvPr/>
        </p:nvSpPr>
        <p:spPr>
          <a:xfrm>
            <a:off x="6144768" y="4873752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12.5% remain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7699248" y="4489704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7991856" y="4489704"/>
            <a:ext cx="1600200" cy="77724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46720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238744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8430768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8622792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8814816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9006840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9198864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9390888" y="460857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101" name="Text 99"/>
          <p:cNvSpPr txBox="1"/>
          <p:nvPr/>
        </p:nvSpPr>
        <p:spPr>
          <a:xfrm>
            <a:off x="8037576" y="4873752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deletion: 0 remain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9592056" y="4489704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9884664" y="4489704"/>
            <a:ext cx="160020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930384" y="4489704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reducing visual information          </a:t>
            </a:r>
            <a:pPr algn="ctr" indent="0" marL="0">
              <a:buNone/>
            </a:pPr>
            <a:r>
              <a:rPr lang="en-US" sz="16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deletion</a:t>
            </a:r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cutting off visual information completely</a:t>
            </a:r>
            <a:endParaRPr lang="en-US" sz="1600" dirty="0"/>
          </a:p>
        </p:txBody>
      </p:sp>
      <p:sp>
        <p:nvSpPr>
          <p:cNvPr id="107" name="Text 105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is essential for every experiment that follows.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Observation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the original model (baseline) with BTP on Qwen2.5-VL-7B.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MMBench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AI2D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TextVQA 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DocVQA 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 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reading task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06440" y="1508760"/>
            <a:ext cx="5806440" cy="118872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visual tasks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9933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POPE, MMBench, GQA, AI2D: performance decreases only moderately.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06440" y="2834640"/>
            <a:ext cx="5806440" cy="178308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944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3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tasks: performance collapses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3291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where the model must identify and understand text physically present inside the image.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794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TextVQA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questions answered from text in images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DocVQA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understanding text in documents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reading information from charts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06440" y="4754880"/>
            <a:ext cx="5806440" cy="118872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3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observation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51937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degradation is not uniform. It is especially severe when the model must read text from the image.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Causes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BTP make Qwen fail on reading tasks? We tested four explanations.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176272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Are we keeping the wrong visual tokens?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Perhaps BTP removes useful tokens and keeps unhelpful ones.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BTP's token selection with other methods, including random selection.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stayed around 17–19% on TextVQA.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which tokens are selected does not recover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2176272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Are text regions too similar or redundant?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874520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text patches look alike, BTP may treat them as duplicates and remove them.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how similar text patches are to each other versus background patches.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 0.38, background similarity 0.44.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was not more redundant than background. This explanation was not supported.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40680" cy="2176272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94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Are too many tokens being removed?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60520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large share of tokens might destroy the information needed for reading.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changed token retention from 100% down to 12.5%.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90% retention, TextVQA had already fallen to the same low level.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 happens even when almost all tokens are kept, so it is not the amount removed.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440680" cy="2176272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794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OCR-based text-token protection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160520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BTP accidentally removes text, protecting the text tokens should restore performance.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gives the text locations in the image. We forced the visual tokens at those locations to survive pruning, a best-case test.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 with OCR-based protection, 19.7% without.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explicitly protecting the text tokens does not recover performance.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four explanations can account for the collapse.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Experiment: 100% Token Retention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pruning itself responsible for the collapse?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96596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“BTP + 100% retention” mean?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470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BTP procedure active, but every pruning stage is set to retain 100% of the visual tokens. BTP runs, but nothing is removed by pruning.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BTP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331720"/>
            <a:ext cx="160020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0208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42232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88920" y="2606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tokens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23317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36008" y="2331720"/>
            <a:ext cx="160020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2896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74920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6944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58968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50992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843016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681728" y="2606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stage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23317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28816" y="2331720"/>
            <a:ext cx="160020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24505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75704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967728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159752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351776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543800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735824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927848" y="24505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574536" y="2606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retention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0" y="2788920"/>
            <a:ext cx="160020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98064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90088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82112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74136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6160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58184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50208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42232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88920" y="3063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tokens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343400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636008" y="2788920"/>
            <a:ext cx="160020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90872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82896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66944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58968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50992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43016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81728" y="3063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stage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236208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528816" y="2788920"/>
            <a:ext cx="160020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83680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75704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59752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51776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43800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35824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27848" y="29077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574536" y="3063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remain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pruning causes the collapse, removing the pruning should restore the original performance.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TextVQA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BTP + 100% retention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Shape 72"/>
          <p:cNvSpPr/>
          <p:nvPr/>
        </p:nvSpPr>
        <p:spPr>
          <a:xfrm>
            <a:off x="5989320" y="3977640"/>
            <a:ext cx="5623560" cy="210312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172200" y="4069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3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</a:t>
            </a:r>
            <a:endParaRPr lang="en-US" sz="1500" dirty="0"/>
          </a:p>
        </p:txBody>
      </p:sp>
      <p:sp>
        <p:nvSpPr>
          <p:cNvPr id="77" name="Text 74"/>
          <p:cNvSpPr txBox="1"/>
          <p:nvPr/>
        </p:nvSpPr>
        <p:spPr>
          <a:xfrm>
            <a:off x="6172200" y="443484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still collapses even when no visual tokens are removed by pruning.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loss must be happening after the pruning stages.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Finding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visual tokens after the pruning stages?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56816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7884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9908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1932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3956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5980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80136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05456" y="141732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98064" y="1417320"/>
            <a:ext cx="1956816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1236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3260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5284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07308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9332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91356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3380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5404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43784" y="180136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 tokens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141732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47488" y="1417320"/>
            <a:ext cx="1956816" cy="77724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0660" y="1536192"/>
            <a:ext cx="146304" cy="146304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2684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664708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856732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48756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40780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432804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624828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5093208" y="180136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pruning: 12.5% remain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04304" y="141732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96912" y="1417320"/>
            <a:ext cx="1956816" cy="77724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30084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722108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914132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106156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8298180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490204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8682228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874252" y="153619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5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7342632" y="180136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deletion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253728" y="141732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546336" y="1417320"/>
            <a:ext cx="1956816" cy="77724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92056" y="141732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visual tokens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12.5% pruning exactly the same, and switched off only the complete-deletion step.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TextVQA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pruning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BTP as released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deletion switched 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" name="Shape 49"/>
          <p:cNvSpPr/>
          <p:nvPr/>
        </p:nvSpPr>
        <p:spPr>
          <a:xfrm>
            <a:off x="5989320" y="2880360"/>
            <a:ext cx="5623560" cy="141732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17220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6172200" y="33101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pruning were responsible, switching off deletion would leave the score low. Instead it rises from 17.25% to 78.60%, with the pruning still in place.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5989320" y="4434840"/>
            <a:ext cx="5623560" cy="109728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172200" y="4507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3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6172200" y="4846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TextVQA collapse comes from completely removing the remaining tokens, not from the earlier pruning.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paper specifies retaining 12.5% of visual tokens for Qwen at the final stage, while the implementation tested here removes the remaining tokens.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Token Access Threshold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deletion at one layer causes a large drop. Does the exact layer matter?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moved the complete-deletion point from early layers to later ones, and measured TextVQA at each point.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783080"/>
            <a:ext cx="3611880" cy="141732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2219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where the model still keeps at least 50% of its original TextVQA performance.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01000" y="3310128"/>
            <a:ext cx="3611880" cy="114300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340156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Qwen2.5-VL-7B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22.5 of 28 layers  →  ≈ 80%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InternVL2-2B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 of 24 layers  →  ≈ 75%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threshold position: the threshold as a share of the model's layers.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560527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visual information too early → reading collapses.   Keep it available longer → performance recovers sharply.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TextVQA, so these are task-specific measurements, not a universal law.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and Deletion Costs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the loss comes from pruning, and which from complete deletion?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0" cy="82296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BTP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normal BTP pruning to 12.5%, but without the complete-deletion step.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754880" cy="841248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cost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450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Corrected BTP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 the cost of removing some visual tokens.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4754880" cy="841248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cost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410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BTP → Released BTP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 the additional cost of removing all remaining tokens.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4754880" cy="841248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effect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709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 whichever causes the larger share of the total drop.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 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TextVQA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DocVQA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AI2D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small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small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MMBench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small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577840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performance lost, Qwen2.5-VL-7B.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440680"/>
            <a:ext cx="11064240" cy="100584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dominant effect for every task.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TextVQA and DocVQA: deletion dominates.   ChartQA: pruning dominates.   General tasks: both effects relatively small.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standard evaluation not clearly reveal this problem?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benchmarks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tasks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Qwen, BTP as released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Qwen, deletion switched off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InternVL, pruning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3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30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each model's original performance retained.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06640" y="1463040"/>
            <a:ext cx="4206240" cy="242316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572768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95–97% retained, so pruning appears largely successful.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tasks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losses become visible.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11064240" cy="86868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251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comparison: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InternVL does not have the complete-deletion issue, yet its reading performance still drops substantially. The blind spot is not only caused by the Qwen implementation.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suite without a suitable text-reading task can miss substantial degradation in visual reading ability.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05156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Implementation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Qwen configuration tested, complete removal of the remaining visual tokens causes most of the TextVQA collapse.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1051560"/>
          </a:xfrm>
          <a:prstGeom prst="rect">
            <a:avLst/>
          </a:prstGeom>
          <a:solidFill>
            <a:srgbClr val="F4F5F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Model behaviour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needs visual information to remain accessible up to a measurable point in the network. TextVQA threshold: Qwen ≈ 80%, InternVL ≈ 75%.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1051560"/>
          </a:xfrm>
          <a:prstGeom prst="rect">
            <a:avLst/>
          </a:prstGeom>
          <a:solidFill>
            <a:srgbClr val="FBEDEC"/>
          </a:solidFill>
          <a:ln w="12700">
            <a:solidFill>
              <a:srgbClr val="A33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3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Evaluation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benchmarks can show healthy overall performance while visual text-reading ability has degraded substantially.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Measure the threshold on DocVQA and ChartQA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Repeat on a third architecture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Consolidate the results into the manuscript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Token Pruning and Text-Reading Performance in Vision-Language Models</dc:title>
  <dc:subject>PptxGenJS Presentation</dc:subject>
  <dc:creator>P. S. Kedar</dc:creator>
  <cp:lastModifiedBy>P. S. Kedar</cp:lastModifiedBy>
  <cp:revision>1</cp:revision>
  <dcterms:created xsi:type="dcterms:W3CDTF">2026-09-23T14:03:19Z</dcterms:created>
  <dcterms:modified xsi:type="dcterms:W3CDTF">2026-09-23T14:03:19Z</dcterms:modified>
</cp:coreProperties>
</file>